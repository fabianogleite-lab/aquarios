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de integração</c:v>
                </c:pt>
              </c:strCache>
            </c:strRef>
          </c:tx>
          <c:spPr>
            <a:solidFill>
              <a:srgbClr val="22D3EE"/>
            </a:solidFill>
            <a:ln w="254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1,2</c:v>
                </c:pt>
                <c:pt idx="1">
                  <c:v>2,4</c:v>
                </c:pt>
                <c:pt idx="2">
                  <c:v>3,7</c:v>
                </c:pt>
                <c:pt idx="3">
                  <c:v>4,11</c:v>
                </c:pt>
                <c:pt idx="4">
                  <c:v>5,14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1,10</c:v>
                </c:pt>
                <c:pt idx="1">
                  <c:v>2,6</c:v>
                </c:pt>
                <c:pt idx="2">
                  <c:v>3,4</c:v>
                </c:pt>
                <c:pt idx="3">
                  <c:v>4,2.5</c:v>
                </c:pt>
                <c:pt idx="4">
                  <c:v>5,1.5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1C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0B0C2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AquariOS é um sistema operacional da vida que necessita de uma infraestrutura de pagamento integrada. Paytime é essa infraestrutura. Nesta apresentação, mostramos como a integração escala sem refazer 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minutos. O problema: pagamento fragmentado. A solução: um único ponto dentro da conversa, com roteamento automático e transparente para diferentes destinos. Paytime é o trilho que torna isso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minutos. Fluxo completo: usuário fala, cobrança é gerada, Paytime faz o split automático para prestador, parceiro e plataforma, comprovante volta ao mesmo fio da conversa. Tudo em menos de 3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minutos. Quatro verticais em diferentes estados de maturidade. Duas em operação com cliente de verdade, uma em piloto, uma em desenvolvimento. Paytime precisa saber transacionar com todas — diferentes regras, diferentes splits.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minutos. Gráfico que mostra a tese: volume cresce linearmente enquanto custo de integração cai exponencialmente. Isso é viável porque Paytime não precisa ser refeito — apenas parametrizado.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minutos. O diferencial: Paytime tem acesso a dados qualificados (iVi, histórico comportamental) sem possuir — e com compliance automática. Isso é raro no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minutos. Piloto de 90 dias: validar, escalar, medir impacto de dados no modelo de risco, gate final. Números conservadores.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Paytime é o trilho. AquariOS é o assistente. Juntos: sistema operacional da vida com infraestrutura de pagamento que não restringe — que habilita.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4206240" cy="4206240"/>
          </a:xfrm>
          <a:prstGeom prst="ellipse">
            <a:avLst/>
          </a:prstGeom>
          <a:solidFill>
            <a:srgbClr val="1A106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194560"/>
            <a:ext cx="1828800" cy="1828800"/>
          </a:xfrm>
          <a:prstGeom prst="ellipse">
            <a:avLst/>
          </a:prstGeom>
          <a:solidFill>
            <a:srgbClr val="8B7CF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AquariOS × Paytime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pagamento dentro do assistente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de escalabilidade: volume crescente, custo de integração decrescente.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· 13 minutos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PAYTIME  ·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fragmentado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app, seu próprio fluxo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16183F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cumprimenta o assistente. Resolve algo. Paga 15 vezes em 15 app diferentes — cartão, banco, carteira, parcelamento.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1D205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8288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AquariOS precisa: um único ponto de cobrança, N destinos, transparência de rota, aprovação em 1 toque, comprovante no mesmo fio.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PAYTIME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18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Usuário fala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'quero pagar'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566160" y="17373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183F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1737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Cobrança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183F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37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Split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52560" y="17373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183F"/>
          </a:solidFill>
          <a:ln w="25400">
            <a:solidFill>
              <a:srgbClr val="2FD9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0" y="1737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Comprovante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2468880"/>
          </a:xfrm>
          <a:prstGeom prst="roundRect">
            <a:avLst>
              <a:gd name="adj" fmla="val 2222"/>
            </a:avLst>
          </a:prstGeom>
          <a:solidFill>
            <a:srgbClr val="1D2050"/>
          </a:solidFill>
          <a:ln w="12700">
            <a:solidFill>
              <a:srgbClr val="2A2D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Paytime: infraestrutura de roteamento que entende as regras de negócio. Sabe se é uma compra de alimento (percentual A), uma consulta (percentual B), uma integração B2B (percentual C). Aprova automaticamente ou escala para operador humano em segundos.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PAYTIME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Verticais validadas hoje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1618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Odontologia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7190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pronto, pipeline-ready para produção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0" y="1810512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0E10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1810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PRÉ-LANÇAMENTO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16183F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60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Alinhadores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6334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ortodôntico com IA, aprovado por cirurgião-dentista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241280" y="2724912"/>
            <a:ext cx="822960" cy="457200"/>
          </a:xfrm>
          <a:prstGeom prst="roundRect">
            <a:avLst>
              <a:gd name="adj" fmla="val 6000"/>
            </a:avLst>
          </a:prstGeom>
          <a:solidFill>
            <a:srgbClr val="0E1030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0" y="2724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16183F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solar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547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de economia, acompanhamento geração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241280" y="3639312"/>
            <a:ext cx="822960" cy="457200"/>
          </a:xfrm>
          <a:prstGeom prst="roundRect">
            <a:avLst>
              <a:gd name="adj" fmla="val 6000"/>
            </a:avLst>
          </a:prstGeom>
          <a:solidFill>
            <a:srgbClr val="0E103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0" y="36393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16183F"/>
          </a:solidFill>
          <a:ln w="12700">
            <a:solidFill>
              <a:srgbClr val="2FD9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89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integrada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44622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Vivo + iVi, piloto com 3 verticais simultâneas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41280" y="4553712"/>
            <a:ext cx="822960" cy="457200"/>
          </a:xfrm>
          <a:prstGeom prst="roundRect">
            <a:avLst>
              <a:gd name="adj" fmla="val 6000"/>
            </a:avLst>
          </a:prstGeom>
          <a:solidFill>
            <a:srgbClr val="0E1030"/>
          </a:solidFill>
          <a:ln w="12700">
            <a:solidFill>
              <a:srgbClr val="2FD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0" y="45537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PAYTIME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curva de negócio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sem refazendo tudo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64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nova vertical adiciona volume com custo marginal de integração próximo a zero. O trilho é único; a regra de negócio está parametrizada.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PAYTIME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da transação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como ativo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1D205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iVi: índice de vitalidade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Físico, mental, espiritual, social. Cada dimensão alimenta scoring de risco e propensão de pagamento. Paytime usa — não vende. O ativo permanece com o usuário.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16183F"/>
          </a:solidFill>
          <a:ln w="12700">
            <a:solidFill>
              <a:srgbClr val="2FD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Trilho de conformidade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art. 20: todo uso de dados para decisão (crédito, risco) tem explicação e direito de contestação. Revisor humano obrigatório.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PAYTIME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Piloto: 90 dias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1907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fluxo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Odontologia vai a produção, meta de 50 transações/semana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679192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vertical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Alinhadores acoplam ao mesmo trilho — custo +5%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639312"/>
            <a:ext cx="457200" cy="457200"/>
          </a:xfrm>
          <a:prstGeom prst="ellipse">
            <a:avLst/>
          </a:prstGeom>
          <a:solidFill>
            <a:srgbClr val="2FD9A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modelo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iVi influencia limite de crédito, taxa, parcelamento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599432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escala nacional e novos verticais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 receita esperada: definidos no term sheet do piloto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Odontologia com backend pronto, pipeline-ready para o go-live do piloto. Paytime entra na cadeia de valor: não vende — infraestrutura que habilita a venda.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PAYTIME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97280"/>
            <a:ext cx="4023360" cy="4023360"/>
          </a:xfrm>
          <a:prstGeom prst="ellipse">
            <a:avLst/>
          </a:prstGeom>
          <a:solidFill>
            <a:srgbClr val="1A106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operacional da vida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uma infraestrutura de pagamento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escala.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6675120" cy="1463040"/>
          </a:xfrm>
          <a:prstGeom prst="roundRect">
            <a:avLst>
              <a:gd name="adj" fmla="val 3750"/>
            </a:avLst>
          </a:prstGeom>
          <a:solidFill>
            <a:srgbClr val="1D2050"/>
          </a:solidFill>
          <a:ln w="25400">
            <a:solidFill>
              <a:srgbClr val="2FD9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343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47091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com produto + operações. Validar requerimentos. Assinar NDA se necessário. Piloto começa em 14 dias.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PAYTIME  · 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AquariOS × Paytime — Proposta de Escala</dc:title>
  <dc:subject>PptxGenJS Presentation</dc:subject>
  <dc:creator>Fabiano Gomes Leite</dc:creator>
  <cp:lastModifiedBy>Fabiano Gomes Leite</cp:lastModifiedBy>
  <cp:revision>1</cp:revision>
  <dcterms:created xsi:type="dcterms:W3CDTF">2026-08-12T11:56:54Z</dcterms:created>
  <dcterms:modified xsi:type="dcterms:W3CDTF">2026-08-12T11:56:54Z</dcterms:modified>
</cp:coreProperties>
</file>